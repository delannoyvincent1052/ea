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E196-166B-4F59-97DC-A64CAC3E5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D71EBF-F74D-407B-B93D-1E5AE52A2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5AB85-40DD-40A0-9110-8257FAB50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255FC-A171-4E93-8FDE-075851C1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40EE-6E4D-44FD-89C3-0F005DD9E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22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EEFF-0098-4457-9914-0BF76270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B550-A7C0-4134-A6E6-FD837582A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4DB2F-CF56-4D6B-A9C0-76BB19F4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77BDD-FB93-4815-8A17-A128F8C8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04F26-6D40-4D02-9ED4-E9AAEFE1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4D44-0340-4048-B86A-C2761D86B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5B73D-1F16-4D83-81C9-870489A85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1510A-92E8-49EF-85C0-9287387D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936FA-7176-4935-A7A6-17482A11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09EC8-1331-404C-A66E-43C09C05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88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6164-DFA3-4FCF-A005-8CC58032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730E0-698E-4BA6-916D-59D3B248D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B60CE-EC43-4D0A-96FD-74093C2E8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4FDA8-F013-4293-94D8-5BF46F5BC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8EDD8-49B4-4A4B-A393-4E917108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21C5F-C072-4E29-9F57-5D8D8F0F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127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23FC-2C0B-42E9-A336-B65E833D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C2FFD-095C-475E-905A-9CD8D321C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D0BCB-4898-45C3-BF5A-B8FD40487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AF08D-D538-46D3-A3FB-D8731606B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F11F1-545C-402A-BCBD-D13E6CBE0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96B268-A1A4-431A-A7CB-E330324E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306422-A8CB-4DD6-B170-48ACAABF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78201-E6DC-46AC-AC21-B0D3F1BB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25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5974-C5ED-4612-818B-6BDD9142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B5567E-C2E8-4D1F-9C4D-8885F173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30C54-03F6-4A32-807F-25634472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4786F-1D7D-4FE3-9D95-D7C24D5C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556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456D0-9F79-4568-BC36-D505B233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92FBB-7DF7-4883-920F-1B9D1D49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7FF6A-497B-4050-A1CF-D01D6D1B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18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C16E-D67C-4CA9-9DC0-ED2F7D2D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02A10-8E5C-4093-BB3E-1EDA3B27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0D6F9-F361-4659-B321-CA8BC061E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46189-4F71-410B-B8FB-7861C0C5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F8A83-A675-48F9-B63A-79F93125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A3EF3-9481-41CF-959F-B783EF4E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15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C750-4CBD-4404-B559-93B82287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D83AA-E837-4CCC-9FC2-CE8A4329C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5FBCB-2369-4100-A131-AAC14AD64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2963F-FD72-4CC3-AC62-85D3CFEA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E58C0-AE51-4351-ACF5-8DDAB8E26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A23D1-BFEF-4CE9-8D79-817C62C6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4921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A2EC-F9A6-490A-B862-01FE71F53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5BA3E-E2C2-477E-AB48-D22022F40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271BD-20BA-4C85-B69B-C190CFBA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772E2-773B-454A-836F-D7719C4E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D7247-E4CF-4E1B-A50B-AA3E3A09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36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3463C4-CE8E-4507-8345-7BF97DF24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BEB1A-597A-4389-88B9-DFC475D21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955F-F7E7-4A1A-923D-8D0EEE96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25FCF-CFE5-4D15-B6D8-87CB8A96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7734-AF8D-4F6F-8204-95ED52B6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6699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CCCD1-45F2-485A-BD1D-145C760C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11B35-1BFE-4F03-9E85-A1378BDA6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9AFE6-7251-4A8B-97CD-6BC824A1F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F2F59-E516-4E0C-88A3-50EA084C2A55}" type="datetimeFigureOut">
              <a:rPr lang="fr-FR" smtClean="0"/>
              <a:t>04/11/2019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9A844-4F54-4802-82A8-00EB5F547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E725C-6DFB-4567-A489-62EB8F26A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09BEC-1D53-4F88-A776-999F561517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91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8B0E7B-D7AC-4655-91C6-A523D4017B13}"/>
              </a:ext>
            </a:extLst>
          </p:cNvPr>
          <p:cNvSpPr/>
          <p:nvPr/>
        </p:nvSpPr>
        <p:spPr>
          <a:xfrm>
            <a:off x="311486" y="2913169"/>
            <a:ext cx="1636583" cy="402671"/>
          </a:xfrm>
          <a:prstGeom prst="roundRect">
            <a:avLst/>
          </a:prstGeom>
          <a:solidFill>
            <a:srgbClr val="005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CLIENTS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B653669A-F730-4988-A251-584E1E096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33" y="351940"/>
            <a:ext cx="2457793" cy="163852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3A63B7-B3BE-4119-A31B-AF0886623CF8}"/>
              </a:ext>
            </a:extLst>
          </p:cNvPr>
          <p:cNvSpPr/>
          <p:nvPr/>
        </p:nvSpPr>
        <p:spPr>
          <a:xfrm>
            <a:off x="311485" y="3548695"/>
            <a:ext cx="1636583" cy="4026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C90C95-BE8D-4144-897F-09CDB6676FEA}"/>
              </a:ext>
            </a:extLst>
          </p:cNvPr>
          <p:cNvSpPr/>
          <p:nvPr/>
        </p:nvSpPr>
        <p:spPr>
          <a:xfrm>
            <a:off x="2372199" y="2913168"/>
            <a:ext cx="1636583" cy="402671"/>
          </a:xfrm>
          <a:prstGeom prst="roundRect">
            <a:avLst/>
          </a:prstGeom>
          <a:solidFill>
            <a:srgbClr val="005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DEVIS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F24408-6F3A-4C8A-8443-49FF9D5B652B}"/>
              </a:ext>
            </a:extLst>
          </p:cNvPr>
          <p:cNvSpPr/>
          <p:nvPr/>
        </p:nvSpPr>
        <p:spPr>
          <a:xfrm>
            <a:off x="2372198" y="3522708"/>
            <a:ext cx="1636583" cy="4026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DEVIS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39976C-F5E7-4327-9E89-5D5D9D06BED2}"/>
              </a:ext>
            </a:extLst>
          </p:cNvPr>
          <p:cNvSpPr/>
          <p:nvPr/>
        </p:nvSpPr>
        <p:spPr>
          <a:xfrm>
            <a:off x="4432911" y="2918851"/>
            <a:ext cx="1636583" cy="402671"/>
          </a:xfrm>
          <a:prstGeom prst="roundRect">
            <a:avLst/>
          </a:prstGeom>
          <a:solidFill>
            <a:srgbClr val="005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FACTURES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01558A-EDDB-4347-B031-8FEDB9C17089}"/>
              </a:ext>
            </a:extLst>
          </p:cNvPr>
          <p:cNvSpPr/>
          <p:nvPr/>
        </p:nvSpPr>
        <p:spPr>
          <a:xfrm>
            <a:off x="4432910" y="3528391"/>
            <a:ext cx="1636583" cy="4026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FACTURES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6FD2A7-B02B-4029-B13C-9D9FEEE4F8CF}"/>
              </a:ext>
            </a:extLst>
          </p:cNvPr>
          <p:cNvSpPr/>
          <p:nvPr/>
        </p:nvSpPr>
        <p:spPr>
          <a:xfrm>
            <a:off x="6546637" y="2913168"/>
            <a:ext cx="1636583" cy="402671"/>
          </a:xfrm>
          <a:prstGeom prst="roundRect">
            <a:avLst/>
          </a:prstGeom>
          <a:solidFill>
            <a:srgbClr val="005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CATALOGUE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F8102C1-AA75-4E9E-A5EE-572183507459}"/>
              </a:ext>
            </a:extLst>
          </p:cNvPr>
          <p:cNvSpPr/>
          <p:nvPr/>
        </p:nvSpPr>
        <p:spPr>
          <a:xfrm>
            <a:off x="6546636" y="3522708"/>
            <a:ext cx="1636583" cy="4026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CATALOGUE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21DD78-C0ED-4D73-8DD3-9E8BFC2CA31D}"/>
              </a:ext>
            </a:extLst>
          </p:cNvPr>
          <p:cNvSpPr/>
          <p:nvPr/>
        </p:nvSpPr>
        <p:spPr>
          <a:xfrm>
            <a:off x="8660362" y="2913168"/>
            <a:ext cx="1636583" cy="402671"/>
          </a:xfrm>
          <a:prstGeom prst="roundRect">
            <a:avLst/>
          </a:prstGeom>
          <a:solidFill>
            <a:srgbClr val="005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PROFIL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51841C-F652-425E-9F2C-BBC4D636D5C9}"/>
              </a:ext>
            </a:extLst>
          </p:cNvPr>
          <p:cNvSpPr/>
          <p:nvPr/>
        </p:nvSpPr>
        <p:spPr>
          <a:xfrm>
            <a:off x="8660361" y="3522708"/>
            <a:ext cx="1636583" cy="4026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PROFIL</a:t>
            </a:r>
            <a:endParaRPr lang="fr-FR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040CF4-5999-43A6-9AE3-CCC86CB9EEAD}"/>
              </a:ext>
            </a:extLst>
          </p:cNvPr>
          <p:cNvSpPr/>
          <p:nvPr/>
        </p:nvSpPr>
        <p:spPr>
          <a:xfrm>
            <a:off x="10462657" y="2913167"/>
            <a:ext cx="1636583" cy="402671"/>
          </a:xfrm>
          <a:prstGeom prst="roundRect">
            <a:avLst/>
          </a:prstGeom>
          <a:solidFill>
            <a:srgbClr val="005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HOME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6DE771-52A0-47EF-89F1-B554CE16C903}"/>
              </a:ext>
            </a:extLst>
          </p:cNvPr>
          <p:cNvSpPr/>
          <p:nvPr/>
        </p:nvSpPr>
        <p:spPr>
          <a:xfrm>
            <a:off x="10462657" y="3548695"/>
            <a:ext cx="1636583" cy="4026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379492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2942</TotalTime>
  <Words>12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Delannoy</dc:creator>
  <cp:lastModifiedBy>Vincent Delannoy</cp:lastModifiedBy>
  <cp:revision>5</cp:revision>
  <dcterms:created xsi:type="dcterms:W3CDTF">2019-08-21T07:10:41Z</dcterms:created>
  <dcterms:modified xsi:type="dcterms:W3CDTF">2019-11-04T09:32:59Z</dcterms:modified>
</cp:coreProperties>
</file>